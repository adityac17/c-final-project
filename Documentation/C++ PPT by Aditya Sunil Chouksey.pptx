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12617a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12617a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e12617a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e12617a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e12617a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e12617a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Role-Based Access Control (RBAC) System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ADITYA SUNIL CHOUKSEY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Clr>
                <a:srgbClr val="A81B50"/>
              </a:buClr>
              <a:buSzPct val="100000"/>
              <a:buAutoNum type="arabicPeriod"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The Security Challenge:</a:t>
            </a:r>
            <a:r>
              <a:rPr lang="en-GB" sz="1100">
                <a:solidFill>
                  <a:schemeClr val="dk1"/>
                </a:solidFill>
              </a:rPr>
              <a:t> In modern software, managing individual user permissions is a "Security Nightmare." It leads to </a:t>
            </a:r>
            <a:r>
              <a:rPr b="1" lang="en-GB" sz="1100">
                <a:solidFill>
                  <a:schemeClr val="dk1"/>
                </a:solidFill>
              </a:rPr>
              <a:t>Privilege Creep</a:t>
            </a:r>
            <a:r>
              <a:rPr lang="en-GB" sz="1100">
                <a:solidFill>
                  <a:schemeClr val="dk1"/>
                </a:solidFill>
              </a:rPr>
              <a:t>, where users retain access they no longer need.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The Flat-Menu Flaw:</a:t>
            </a:r>
            <a:r>
              <a:rPr lang="en-GB" sz="1100">
                <a:solidFill>
                  <a:schemeClr val="dk1"/>
                </a:solidFill>
              </a:rPr>
              <a:t> Most basic systems show all options to all users. This: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Increases the </a:t>
            </a:r>
            <a:r>
              <a:rPr b="1" lang="en-GB" sz="1100">
                <a:solidFill>
                  <a:schemeClr val="dk1"/>
                </a:solidFill>
              </a:rPr>
              <a:t>"Attack Surface"</a:t>
            </a:r>
            <a:r>
              <a:rPr lang="en-GB" sz="1100">
                <a:solidFill>
                  <a:schemeClr val="dk1"/>
                </a:solidFill>
              </a:rPr>
              <a:t> (making it easier for unauthorized users to find sensitive tools).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Creates a cluttered and confusing User Experience (UX).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Our Objective:</a:t>
            </a:r>
            <a:r>
              <a:rPr lang="en-GB" sz="1100">
                <a:solidFill>
                  <a:schemeClr val="dk1"/>
                </a:solidFill>
              </a:rPr>
              <a:t> To build a </a:t>
            </a:r>
            <a:r>
              <a:rPr b="1" lang="en-GB" sz="1100">
                <a:solidFill>
                  <a:schemeClr val="dk1"/>
                </a:solidFill>
              </a:rPr>
              <a:t>Hierarchical Role-Based Access Control (RBAC)</a:t>
            </a:r>
            <a:r>
              <a:rPr lang="en-GB" sz="1100">
                <a:solidFill>
                  <a:schemeClr val="dk1"/>
                </a:solidFill>
              </a:rPr>
              <a:t> system that separates </a:t>
            </a:r>
            <a:r>
              <a:rPr b="1" lang="en-GB" sz="1100">
                <a:solidFill>
                  <a:schemeClr val="dk1"/>
                </a:solidFill>
              </a:rPr>
              <a:t>Authentication</a:t>
            </a:r>
            <a:r>
              <a:rPr lang="en-GB" sz="1100">
                <a:solidFill>
                  <a:schemeClr val="dk1"/>
                </a:solidFill>
              </a:rPr>
              <a:t> (Identity) from </a:t>
            </a:r>
            <a:r>
              <a:rPr b="1" lang="en-GB" sz="1100">
                <a:solidFill>
                  <a:schemeClr val="dk1"/>
                </a:solidFill>
              </a:rPr>
              <a:t>Authorization</a:t>
            </a:r>
            <a:r>
              <a:rPr lang="en-GB" sz="1100">
                <a:solidFill>
                  <a:schemeClr val="dk1"/>
                </a:solidFill>
              </a:rPr>
              <a:t> (Permissions) while maintaining a persistent audit trail.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2.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4002499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Key Challenges in Event Management_ - visual selection (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600" y="1152463"/>
            <a:ext cx="7485199" cy="351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42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3. Working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77" name="Google Shape;77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Key Challenges in Event Management_ - visual selection (1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7617777" cy="392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4. 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Functional Success: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Zero-Failure Security:</a:t>
            </a:r>
            <a:r>
              <a:rPr lang="en-GB" sz="1100">
                <a:solidFill>
                  <a:schemeClr val="dk1"/>
                </a:solidFill>
              </a:rPr>
              <a:t> Successfully blocked 100% of unauthorized submenu access for 'Staff' and 'Guest' roles during testing.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Audit Readiness:</a:t>
            </a:r>
            <a:r>
              <a:rPr lang="en-GB" sz="1100">
                <a:solidFill>
                  <a:schemeClr val="dk1"/>
                </a:solidFill>
              </a:rPr>
              <a:t> Generated clear, time-stamped logs compatible with industry auditing standards.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Technical Mastery: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Applied </a:t>
            </a:r>
            <a:r>
              <a:rPr b="1" lang="en-GB" sz="1100">
                <a:solidFill>
                  <a:schemeClr val="dk1"/>
                </a:solidFill>
              </a:rPr>
              <a:t>File I/O</a:t>
            </a:r>
            <a:r>
              <a:rPr lang="en-GB" sz="1100">
                <a:solidFill>
                  <a:schemeClr val="dk1"/>
                </a:solidFill>
              </a:rPr>
              <a:t> for permanent data storage.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Implemented </a:t>
            </a:r>
            <a:r>
              <a:rPr b="1" lang="en-GB" sz="1100">
                <a:solidFill>
                  <a:schemeClr val="dk1"/>
                </a:solidFill>
              </a:rPr>
              <a:t>Composition</a:t>
            </a:r>
            <a:r>
              <a:rPr lang="en-GB" sz="1100">
                <a:solidFill>
                  <a:schemeClr val="dk1"/>
                </a:solidFill>
              </a:rPr>
              <a:t> (Classes containing other Classes).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Mastered </a:t>
            </a:r>
            <a:r>
              <a:rPr b="1" lang="en-GB" sz="1100">
                <a:solidFill>
                  <a:schemeClr val="dk1"/>
                </a:solidFill>
              </a:rPr>
              <a:t>Conditional Logic</a:t>
            </a:r>
            <a:r>
              <a:rPr lang="en-GB" sz="1100">
                <a:solidFill>
                  <a:schemeClr val="dk1"/>
                </a:solidFill>
              </a:rPr>
              <a:t> for interface-level security.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Future Scope:</a:t>
            </a:r>
            <a:r>
              <a:rPr lang="en-GB" sz="1100">
                <a:solidFill>
                  <a:schemeClr val="dk1"/>
                </a:solidFill>
              </a:rPr>
              <a:t> Integration of </a:t>
            </a:r>
            <a:r>
              <a:rPr b="1" lang="en-GB" sz="1100">
                <a:solidFill>
                  <a:schemeClr val="dk1"/>
                </a:solidFill>
              </a:rPr>
              <a:t>Password Hashing</a:t>
            </a:r>
            <a:r>
              <a:rPr lang="en-GB" sz="1100">
                <a:solidFill>
                  <a:schemeClr val="dk1"/>
                </a:solidFill>
              </a:rPr>
              <a:t> (Encryption) and a </a:t>
            </a:r>
            <a:r>
              <a:rPr b="1" lang="en-GB" sz="1100">
                <a:solidFill>
                  <a:schemeClr val="dk1"/>
                </a:solidFill>
              </a:rPr>
              <a:t>Graphical User Interface (GUI)</a:t>
            </a:r>
            <a:r>
              <a:rPr lang="en-GB" sz="1100">
                <a:solidFill>
                  <a:schemeClr val="dk1"/>
                </a:solidFill>
              </a:rPr>
              <a:t> for enterprise deployment.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85" name="Google Shape;85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1" name="Google Shape;91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2025750" y="3878025"/>
            <a:ext cx="5092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By Aditya Sunil Chouksey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SAM ALTMAN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150096725070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